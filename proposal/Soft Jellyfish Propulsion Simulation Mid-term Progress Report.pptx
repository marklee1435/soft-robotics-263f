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e5b5db79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e5b5db79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0646d0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0646d0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0646d0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0646d0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f724c45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f724c45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088/0964-1726/21/9/094026" TargetMode="External"/><Relationship Id="rId4" Type="http://schemas.openxmlformats.org/officeDocument/2006/relationships/hyperlink" Target="https://doi.org/10.1088/0964-1726/21/9/094026" TargetMode="External"/><Relationship Id="rId11" Type="http://schemas.openxmlformats.org/officeDocument/2006/relationships/hyperlink" Target="https://doi.org/10.1088/1748-3190/ad277f" TargetMode="External"/><Relationship Id="rId10" Type="http://schemas.openxmlformats.org/officeDocument/2006/relationships/hyperlink" Target="https://doi.org/10.3390/fluids4030169" TargetMode="External"/><Relationship Id="rId12" Type="http://schemas.openxmlformats.org/officeDocument/2006/relationships/hyperlink" Target="https://doi.org/10.1088/1748-3190/ad277f" TargetMode="External"/><Relationship Id="rId9" Type="http://schemas.openxmlformats.org/officeDocument/2006/relationships/hyperlink" Target="https://doi.org/10.3390/fluids4030169" TargetMode="External"/><Relationship Id="rId5" Type="http://schemas.openxmlformats.org/officeDocument/2006/relationships/hyperlink" Target="https://doi.org/10.1088/1748-3182/6/3/036004" TargetMode="External"/><Relationship Id="rId6" Type="http://schemas.openxmlformats.org/officeDocument/2006/relationships/hyperlink" Target="https://doi.org/10.1088/1748-3182/6/3/036004" TargetMode="External"/><Relationship Id="rId7" Type="http://schemas.openxmlformats.org/officeDocument/2006/relationships/hyperlink" Target="https://doi.org/10.1109/ChiCC.2015.7260571" TargetMode="External"/><Relationship Id="rId8" Type="http://schemas.openxmlformats.org/officeDocument/2006/relationships/hyperlink" Target="https://doi.org/10.1109/ChiCC.2015.726057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25" y="1883989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60"/>
              <a:t>Soft Jellyfish </a:t>
            </a:r>
            <a:r>
              <a:rPr lang="en" sz="4360"/>
              <a:t>Propulsion </a:t>
            </a:r>
            <a:r>
              <a:rPr lang="en" sz="4360"/>
              <a:t>Simulation </a:t>
            </a:r>
            <a:r>
              <a:rPr lang="en" sz="4360"/>
              <a:t>Midterm</a:t>
            </a:r>
            <a:r>
              <a:rPr lang="en" sz="4360"/>
              <a:t> Status Update</a:t>
            </a:r>
            <a:endParaRPr sz="436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939149"/>
            <a:ext cx="4870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By: Robert Marlow and Mark Lee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Progress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4726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</a:t>
            </a:r>
            <a:r>
              <a:rPr lang="en"/>
              <a:t>mplemented a time-varying natural curvature model to represent the jellyfish’s bell motion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approach lets us tune key parameters, including contraction period, central and outer node angles, center-to-edge delay, and curvature decay rate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Applied Resistive Force Theory to model the hydrodynamics of our jellyfish in seawater</a:t>
            </a:r>
            <a:endParaRPr/>
          </a:p>
        </p:txBody>
      </p:sp>
      <p:pic>
        <p:nvPicPr>
          <p:cNvPr id="74" name="Google Shape;74;p14" title="anim(2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950" y="1266325"/>
            <a:ext cx="4046550" cy="30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Challenges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5028000" cy="3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noticeable increase in average y-position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r</a:t>
            </a:r>
            <a:r>
              <a:rPr lang="en"/>
              <a:t>esistive force model likely too simple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Reynolds number might be too high for applicability (Re &gt;&gt; 1)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established stiffness values for real jellyfish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is highly dependent on coordinating contractions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Currently taking a heuristic approach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622" l="573" r="504" t="523"/>
          <a:stretch/>
        </p:blipFill>
        <p:spPr>
          <a:xfrm>
            <a:off x="5120925" y="1309562"/>
            <a:ext cx="3951625" cy="2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Progress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</a:t>
            </a:r>
            <a:r>
              <a:rPr lang="en"/>
              <a:t> a more robust hydrodynamic model that accounts for the surrounding sea water 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Potentially </a:t>
            </a:r>
            <a:r>
              <a:rPr lang="en"/>
              <a:t>implement</a:t>
            </a:r>
            <a:r>
              <a:rPr lang="en"/>
              <a:t> something that accounts for </a:t>
            </a:r>
            <a:r>
              <a:rPr lang="en"/>
              <a:t>vortices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the number of nodes our model can accurately simulate to create a more wave like motion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Research</a:t>
            </a:r>
            <a:r>
              <a:rPr lang="en"/>
              <a:t> more accurate values for drag, stiffness, and geometry to more accurately simulate a specific type of jellyfish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J. Najem, S. A. Sarles, B. Akle, and D. J. Leo, “Biomimetic jellyfish-inspired underwater vehicle actuated by ionic polymer metal composite actuators,” </a:t>
            </a:r>
            <a:r>
              <a:rPr i="1" lang="en" sz="1200"/>
              <a:t>Smart Mater. Struct.</a:t>
            </a:r>
            <a:r>
              <a:rPr lang="en" sz="1200"/>
              <a:t>, vol. 21, no. 9, p. 094026, Sep. 2012, doi:</a:t>
            </a:r>
            <a:r>
              <a:rPr lang="en" sz="1200">
                <a:uFill>
                  <a:noFill/>
                </a:uFill>
                <a:hlinkClick r:id="rId3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10.1088/0964-1726/21/9/094026</a:t>
            </a:r>
            <a:r>
              <a:rPr lang="en" sz="1200"/>
              <a:t>.</a:t>
            </a:r>
            <a:endParaRPr sz="1200"/>
          </a:p>
          <a:p>
            <a:pPr indent="-304800" lvl="0" marL="457200" marR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A. Villanueva, C. Smith, and S. Priya, “A biomimetic robotic jellyfish (Robojelly) actuated by shape memory alloy composite actuators,” </a:t>
            </a:r>
            <a:r>
              <a:rPr i="1" lang="en" sz="1200"/>
              <a:t>Bioinspir. Biomim.</a:t>
            </a:r>
            <a:r>
              <a:rPr lang="en" sz="1200"/>
              <a:t>, vol. 6, no. 3, p. 036004, Sep. 2011, doi:</a:t>
            </a:r>
            <a:r>
              <a:rPr lang="en" sz="1200">
                <a:uFill>
                  <a:noFill/>
                </a:uFill>
                <a:hlinkClick r:id="rId5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10.1088/1748-3182/6/3/036004</a:t>
            </a:r>
            <a:r>
              <a:rPr lang="en" sz="1200"/>
              <a:t>.</a:t>
            </a:r>
            <a:endParaRPr sz="1200"/>
          </a:p>
          <a:p>
            <a:pPr indent="-304800" lvl="0" marL="457200" marR="76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L. Xiangbin and Y. Junzhi, “Design and simulation of a robotic jellyfish based on mechanical structure drive and adjustment,” in </a:t>
            </a:r>
            <a:r>
              <a:rPr i="1" lang="en" sz="1200"/>
              <a:t>2015 34th Chinese Control Conference (CCC)</a:t>
            </a:r>
            <a:r>
              <a:rPr lang="en" sz="1200"/>
              <a:t>, Jul. 2015, pp. 5953–5958. doi:</a:t>
            </a:r>
            <a:r>
              <a:rPr lang="en" sz="1200">
                <a:uFill>
                  <a:noFill/>
                </a:uFill>
                <a:hlinkClick r:id="rId7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10.1109/ChiCC.2015.7260571</a:t>
            </a:r>
            <a:r>
              <a:rPr lang="en" sz="1200"/>
              <a:t>.</a:t>
            </a:r>
            <a:endParaRPr sz="1200"/>
          </a:p>
          <a:p>
            <a:pPr indent="-304800" lvl="0" marL="457200" marR="50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J. G. Miles and N. A. Battista, “Naut Your Everyday Jellyfish Model: Exploring How Tentacles and Oral Arms Impact Locomotion,” </a:t>
            </a:r>
            <a:r>
              <a:rPr i="1" lang="en" sz="1200"/>
              <a:t>Fluids</a:t>
            </a:r>
            <a:r>
              <a:rPr lang="en" sz="1200"/>
              <a:t>, vol. 4, no. 3, p. 169, Sep. 2019, doi:</a:t>
            </a:r>
            <a:r>
              <a:rPr lang="en" sz="1200">
                <a:uFill>
                  <a:noFill/>
                </a:uFill>
                <a:hlinkClick r:id="rId9"/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10.3390/fluids4030169</a:t>
            </a:r>
            <a:r>
              <a:rPr lang="en" sz="1200"/>
              <a:t>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marR="50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S. R. Anuszczyk and J. O. Dabiri, “Electromechanical enhancement of live jellyfish for ocean exploration,” </a:t>
            </a:r>
            <a:r>
              <a:rPr i="1" lang="en" sz="1200"/>
              <a:t>Bioinspir. Biomim.</a:t>
            </a:r>
            <a:r>
              <a:rPr lang="en" sz="1200"/>
              <a:t>, vol. 19, no. 2, p. 026018, Mar. 2024, doi:</a:t>
            </a:r>
            <a:r>
              <a:rPr lang="en" sz="1200">
                <a:solidFill>
                  <a:srgbClr val="000000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accent3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10.1088/1748-3190/ad277f</a:t>
            </a:r>
            <a:r>
              <a:rPr lang="en" sz="1200">
                <a:solidFill>
                  <a:srgbClr val="000000"/>
                </a:solidFill>
              </a:rPr>
              <a:t>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